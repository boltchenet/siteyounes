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ial MT Pro" panose="020B0604020202020204" charset="0"/>
      <p:regular r:id="rId9"/>
    </p:embeddedFont>
    <p:embeddedFont>
      <p:font typeface="Arial MT Pro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9DC1C1-954B-5A3C-6ACB-F02A72A9F7FE}" v="87" dt="2026-02-25T10:56:39.6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iem KHERROUBI" userId="S::meriem.kherroubi@etu.u-paris.fr::a6096ff5-a8cb-407a-a84b-7f6b0bf8ed43" providerId="AD" clId="Web-{E79DC1C1-954B-5A3C-6ACB-F02A72A9F7FE}"/>
    <pc:docChg chg="modSld">
      <pc:chgData name="Meriem KHERROUBI" userId="S::meriem.kherroubi@etu.u-paris.fr::a6096ff5-a8cb-407a-a84b-7f6b0bf8ed43" providerId="AD" clId="Web-{E79DC1C1-954B-5A3C-6ACB-F02A72A9F7FE}" dt="2026-02-25T10:56:39.673" v="79" actId="14100"/>
      <pc:docMkLst>
        <pc:docMk/>
      </pc:docMkLst>
      <pc:sldChg chg="addSp delSp modSp">
        <pc:chgData name="Meriem KHERROUBI" userId="S::meriem.kherroubi@etu.u-paris.fr::a6096ff5-a8cb-407a-a84b-7f6b0bf8ed43" providerId="AD" clId="Web-{E79DC1C1-954B-5A3C-6ACB-F02A72A9F7FE}" dt="2026-02-25T10:26:06.232" v="7" actId="14100"/>
        <pc:sldMkLst>
          <pc:docMk/>
          <pc:sldMk cId="0" sldId="257"/>
        </pc:sldMkLst>
        <pc:spChg chg="del topLvl">
          <ac:chgData name="Meriem KHERROUBI" userId="S::meriem.kherroubi@etu.u-paris.fr::a6096ff5-a8cb-407a-a84b-7f6b0bf8ed43" providerId="AD" clId="Web-{E79DC1C1-954B-5A3C-6ACB-F02A72A9F7FE}" dt="2026-02-25T10:25:46.747" v="1"/>
          <ac:spMkLst>
            <pc:docMk/>
            <pc:sldMk cId="0" sldId="257"/>
            <ac:spMk id="8" creationId="{00000000-0000-0000-0000-000000000000}"/>
          </ac:spMkLst>
        </pc:spChg>
        <pc:grpChg chg="del">
          <ac:chgData name="Meriem KHERROUBI" userId="S::meriem.kherroubi@etu.u-paris.fr::a6096ff5-a8cb-407a-a84b-7f6b0bf8ed43" providerId="AD" clId="Web-{E79DC1C1-954B-5A3C-6ACB-F02A72A9F7FE}" dt="2026-02-25T10:25:46.747" v="1"/>
          <ac:grpSpMkLst>
            <pc:docMk/>
            <pc:sldMk cId="0" sldId="257"/>
            <ac:grpSpMk id="7" creationId="{00000000-0000-0000-0000-000000000000}"/>
          </ac:grpSpMkLst>
        </pc:grpChg>
        <pc:picChg chg="add mod">
          <ac:chgData name="Meriem KHERROUBI" userId="S::meriem.kherroubi@etu.u-paris.fr::a6096ff5-a8cb-407a-a84b-7f6b0bf8ed43" providerId="AD" clId="Web-{E79DC1C1-954B-5A3C-6ACB-F02A72A9F7FE}" dt="2026-02-25T10:26:06.232" v="7" actId="14100"/>
          <ac:picMkLst>
            <pc:docMk/>
            <pc:sldMk cId="0" sldId="257"/>
            <ac:picMk id="9" creationId="{BCE37691-82BE-F80F-C8CA-6068C92AAAF1}"/>
          </ac:picMkLst>
        </pc:picChg>
      </pc:sldChg>
      <pc:sldChg chg="addSp delSp modSp">
        <pc:chgData name="Meriem KHERROUBI" userId="S::meriem.kherroubi@etu.u-paris.fr::a6096ff5-a8cb-407a-a84b-7f6b0bf8ed43" providerId="AD" clId="Web-{E79DC1C1-954B-5A3C-6ACB-F02A72A9F7FE}" dt="2026-02-25T10:56:39.673" v="79" actId="14100"/>
        <pc:sldMkLst>
          <pc:docMk/>
          <pc:sldMk cId="0" sldId="258"/>
        </pc:sldMkLst>
        <pc:spChg chg="del topLvl">
          <ac:chgData name="Meriem KHERROUBI" userId="S::meriem.kherroubi@etu.u-paris.fr::a6096ff5-a8cb-407a-a84b-7f6b0bf8ed43" providerId="AD" clId="Web-{E79DC1C1-954B-5A3C-6ACB-F02A72A9F7FE}" dt="2026-02-25T10:29:57.155" v="18"/>
          <ac:spMkLst>
            <pc:docMk/>
            <pc:sldMk cId="0" sldId="258"/>
            <ac:spMk id="6" creationId="{00000000-0000-0000-0000-000000000000}"/>
          </ac:spMkLst>
        </pc:spChg>
        <pc:grpChg chg="del">
          <ac:chgData name="Meriem KHERROUBI" userId="S::meriem.kherroubi@etu.u-paris.fr::a6096ff5-a8cb-407a-a84b-7f6b0bf8ed43" providerId="AD" clId="Web-{E79DC1C1-954B-5A3C-6ACB-F02A72A9F7FE}" dt="2026-02-25T10:29:57.155" v="18"/>
          <ac:grpSpMkLst>
            <pc:docMk/>
            <pc:sldMk cId="0" sldId="258"/>
            <ac:grpSpMk id="5" creationId="{00000000-0000-0000-0000-000000000000}"/>
          </ac:grpSpMkLst>
        </pc:grpChg>
        <pc:picChg chg="add del mod">
          <ac:chgData name="Meriem KHERROUBI" userId="S::meriem.kherroubi@etu.u-paris.fr::a6096ff5-a8cb-407a-a84b-7f6b0bf8ed43" providerId="AD" clId="Web-{E79DC1C1-954B-5A3C-6ACB-F02A72A9F7FE}" dt="2026-02-25T10:56:10.407" v="71"/>
          <ac:picMkLst>
            <pc:docMk/>
            <pc:sldMk cId="0" sldId="258"/>
            <ac:picMk id="7" creationId="{BC515E84-4CBC-9488-2E2D-26572341C8ED}"/>
          </ac:picMkLst>
        </pc:picChg>
        <pc:picChg chg="add mod">
          <ac:chgData name="Meriem KHERROUBI" userId="S::meriem.kherroubi@etu.u-paris.fr::a6096ff5-a8cb-407a-a84b-7f6b0bf8ed43" providerId="AD" clId="Web-{E79DC1C1-954B-5A3C-6ACB-F02A72A9F7FE}" dt="2026-02-25T10:56:39.673" v="79" actId="14100"/>
          <ac:picMkLst>
            <pc:docMk/>
            <pc:sldMk cId="0" sldId="258"/>
            <ac:picMk id="8" creationId="{96A24E6F-EEB1-988F-588F-EAB18E010939}"/>
          </ac:picMkLst>
        </pc:picChg>
      </pc:sldChg>
      <pc:sldChg chg="addSp delSp modSp">
        <pc:chgData name="Meriem KHERROUBI" userId="S::meriem.kherroubi@etu.u-paris.fr::a6096ff5-a8cb-407a-a84b-7f6b0bf8ed43" providerId="AD" clId="Web-{E79DC1C1-954B-5A3C-6ACB-F02A72A9F7FE}" dt="2026-02-25T10:31:36.438" v="40" actId="14100"/>
        <pc:sldMkLst>
          <pc:docMk/>
          <pc:sldMk cId="0" sldId="259"/>
        </pc:sldMkLst>
        <pc:spChg chg="mod">
          <ac:chgData name="Meriem KHERROUBI" userId="S::meriem.kherroubi@etu.u-paris.fr::a6096ff5-a8cb-407a-a84b-7f6b0bf8ed43" providerId="AD" clId="Web-{E79DC1C1-954B-5A3C-6ACB-F02A72A9F7FE}" dt="2026-02-25T10:30:58.828" v="29"/>
          <ac:spMkLst>
            <pc:docMk/>
            <pc:sldMk cId="0" sldId="259"/>
            <ac:spMk id="6" creationId="{00000000-0000-0000-0000-000000000000}"/>
          </ac:spMkLst>
        </pc:spChg>
        <pc:grpChg chg="mod">
          <ac:chgData name="Meriem KHERROUBI" userId="S::meriem.kherroubi@etu.u-paris.fr::a6096ff5-a8cb-407a-a84b-7f6b0bf8ed43" providerId="AD" clId="Web-{E79DC1C1-954B-5A3C-6ACB-F02A72A9F7FE}" dt="2026-02-25T10:31:19.156" v="34" actId="1076"/>
          <ac:grpSpMkLst>
            <pc:docMk/>
            <pc:sldMk cId="0" sldId="259"/>
            <ac:grpSpMk id="3" creationId="{00000000-0000-0000-0000-000000000000}"/>
          </ac:grpSpMkLst>
        </pc:grpChg>
        <pc:grpChg chg="del">
          <ac:chgData name="Meriem KHERROUBI" userId="S::meriem.kherroubi@etu.u-paris.fr::a6096ff5-a8cb-407a-a84b-7f6b0bf8ed43" providerId="AD" clId="Web-{E79DC1C1-954B-5A3C-6ACB-F02A72A9F7FE}" dt="2026-02-25T10:31:02.796" v="30"/>
          <ac:grpSpMkLst>
            <pc:docMk/>
            <pc:sldMk cId="0" sldId="259"/>
            <ac:grpSpMk id="5" creationId="{00000000-0000-0000-0000-000000000000}"/>
          </ac:grpSpMkLst>
        </pc:grpChg>
        <pc:picChg chg="add mod">
          <ac:chgData name="Meriem KHERROUBI" userId="S::meriem.kherroubi@etu.u-paris.fr::a6096ff5-a8cb-407a-a84b-7f6b0bf8ed43" providerId="AD" clId="Web-{E79DC1C1-954B-5A3C-6ACB-F02A72A9F7FE}" dt="2026-02-25T10:31:36.438" v="40" actId="14100"/>
          <ac:picMkLst>
            <pc:docMk/>
            <pc:sldMk cId="0" sldId="259"/>
            <ac:picMk id="7" creationId="{06D7961B-CDF4-8579-1EDC-503629549125}"/>
          </ac:picMkLst>
        </pc:picChg>
      </pc:sldChg>
      <pc:sldChg chg="addSp delSp modSp">
        <pc:chgData name="Meriem KHERROUBI" userId="S::meriem.kherroubi@etu.u-paris.fr::a6096ff5-a8cb-407a-a84b-7f6b0bf8ed43" providerId="AD" clId="Web-{E79DC1C1-954B-5A3C-6ACB-F02A72A9F7FE}" dt="2026-02-25T10:36:06.708" v="52" actId="14100"/>
        <pc:sldMkLst>
          <pc:docMk/>
          <pc:sldMk cId="0" sldId="260"/>
        </pc:sldMkLst>
        <pc:grpChg chg="del">
          <ac:chgData name="Meriem KHERROUBI" userId="S::meriem.kherroubi@etu.u-paris.fr::a6096ff5-a8cb-407a-a84b-7f6b0bf8ed43" providerId="AD" clId="Web-{E79DC1C1-954B-5A3C-6ACB-F02A72A9F7FE}" dt="2026-02-25T10:35:22.849" v="42"/>
          <ac:grpSpMkLst>
            <pc:docMk/>
            <pc:sldMk cId="0" sldId="260"/>
            <ac:grpSpMk id="5" creationId="{00000000-0000-0000-0000-000000000000}"/>
          </ac:grpSpMkLst>
        </pc:grpChg>
        <pc:picChg chg="add mod">
          <ac:chgData name="Meriem KHERROUBI" userId="S::meriem.kherroubi@etu.u-paris.fr::a6096ff5-a8cb-407a-a84b-7f6b0bf8ed43" providerId="AD" clId="Web-{E79DC1C1-954B-5A3C-6ACB-F02A72A9F7FE}" dt="2026-02-25T10:36:06.708" v="52" actId="14100"/>
          <ac:picMkLst>
            <pc:docMk/>
            <pc:sldMk cId="0" sldId="260"/>
            <ac:picMk id="7" creationId="{816A8D47-9501-3FFE-C652-DFDDBE05B9FB}"/>
          </ac:picMkLst>
        </pc:picChg>
      </pc:sldChg>
      <pc:sldChg chg="addSp delSp modSp">
        <pc:chgData name="Meriem KHERROUBI" userId="S::meriem.kherroubi@etu.u-paris.fr::a6096ff5-a8cb-407a-a84b-7f6b0bf8ed43" providerId="AD" clId="Web-{E79DC1C1-954B-5A3C-6ACB-F02A72A9F7FE}" dt="2026-02-25T10:39:09.792" v="69" actId="1076"/>
        <pc:sldMkLst>
          <pc:docMk/>
          <pc:sldMk cId="0" sldId="261"/>
        </pc:sldMkLst>
        <pc:grpChg chg="del">
          <ac:chgData name="Meriem KHERROUBI" userId="S::meriem.kherroubi@etu.u-paris.fr::a6096ff5-a8cb-407a-a84b-7f6b0bf8ed43" providerId="AD" clId="Web-{E79DC1C1-954B-5A3C-6ACB-F02A72A9F7FE}" dt="2026-02-25T10:28:57.795" v="9"/>
          <ac:grpSpMkLst>
            <pc:docMk/>
            <pc:sldMk cId="0" sldId="261"/>
            <ac:grpSpMk id="5" creationId="{00000000-0000-0000-0000-000000000000}"/>
          </ac:grpSpMkLst>
        </pc:grpChg>
        <pc:picChg chg="add del mod">
          <ac:chgData name="Meriem KHERROUBI" userId="S::meriem.kherroubi@etu.u-paris.fr::a6096ff5-a8cb-407a-a84b-7f6b0bf8ed43" providerId="AD" clId="Web-{E79DC1C1-954B-5A3C-6ACB-F02A72A9F7FE}" dt="2026-02-25T10:36:24.177" v="53"/>
          <ac:picMkLst>
            <pc:docMk/>
            <pc:sldMk cId="0" sldId="261"/>
            <ac:picMk id="7" creationId="{7F1D68A8-9189-AE2B-77D2-CF52FC86D74C}"/>
          </ac:picMkLst>
        </pc:picChg>
        <pc:picChg chg="add mod">
          <ac:chgData name="Meriem KHERROUBI" userId="S::meriem.kherroubi@etu.u-paris.fr::a6096ff5-a8cb-407a-a84b-7f6b0bf8ed43" providerId="AD" clId="Web-{E79DC1C1-954B-5A3C-6ACB-F02A72A9F7FE}" dt="2026-02-25T10:39:09.792" v="69" actId="1076"/>
          <ac:picMkLst>
            <pc:docMk/>
            <pc:sldMk cId="0" sldId="261"/>
            <ac:picMk id="8" creationId="{045E4697-4A0A-614E-4EAB-3DA6F39B92B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706198">
            <a:off x="11178908" y="-860943"/>
            <a:ext cx="8889655" cy="14178272"/>
            <a:chOff x="0" y="0"/>
            <a:chExt cx="2341308" cy="37341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41308" cy="3734195"/>
            </a:xfrm>
            <a:custGeom>
              <a:avLst/>
              <a:gdLst/>
              <a:ahLst/>
              <a:cxnLst/>
              <a:rect l="l" t="t" r="r" b="b"/>
              <a:pathLst>
                <a:path w="2341308" h="3734195">
                  <a:moveTo>
                    <a:pt x="0" y="0"/>
                  </a:moveTo>
                  <a:lnTo>
                    <a:pt x="2341308" y="0"/>
                  </a:lnTo>
                  <a:lnTo>
                    <a:pt x="2341308" y="3734195"/>
                  </a:lnTo>
                  <a:lnTo>
                    <a:pt x="0" y="3734195"/>
                  </a:lnTo>
                  <a:close/>
                </a:path>
              </a:pathLst>
            </a:custGeom>
            <a:solidFill>
              <a:srgbClr val="FFFE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341308" cy="37437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0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2046167" y="7553435"/>
            <a:ext cx="1410235" cy="0"/>
          </a:xfrm>
          <a:prstGeom prst="line">
            <a:avLst/>
          </a:prstGeom>
          <a:ln w="19050" cap="flat">
            <a:solidFill>
              <a:srgbClr val="14151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3979758" y="0"/>
            <a:ext cx="4308242" cy="1218081"/>
          </a:xfrm>
          <a:custGeom>
            <a:avLst/>
            <a:gdLst/>
            <a:ahLst/>
            <a:cxnLst/>
            <a:rect l="l" t="t" r="r" b="b"/>
            <a:pathLst>
              <a:path w="4308242" h="1218081">
                <a:moveTo>
                  <a:pt x="0" y="0"/>
                </a:moveTo>
                <a:lnTo>
                  <a:pt x="4308242" y="0"/>
                </a:lnTo>
                <a:lnTo>
                  <a:pt x="4308242" y="1218081"/>
                </a:lnTo>
                <a:lnTo>
                  <a:pt x="0" y="1218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687" b="-12000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046167" y="3178665"/>
            <a:ext cx="6984077" cy="2054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93"/>
              </a:lnSpc>
            </a:pPr>
            <a:r>
              <a:rPr lang="en-US" sz="7468" b="1" spc="-365">
                <a:solidFill>
                  <a:srgbClr val="7925E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ANALYSE </a:t>
            </a:r>
          </a:p>
          <a:p>
            <a:pPr algn="l">
              <a:lnSpc>
                <a:spcPts val="7393"/>
              </a:lnSpc>
            </a:pPr>
            <a:r>
              <a:rPr lang="en-US" sz="7468" b="1" spc="-365">
                <a:solidFill>
                  <a:srgbClr val="7925E9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INSTAGRAM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46167" y="6378861"/>
            <a:ext cx="5488479" cy="1147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9"/>
              </a:lnSpc>
            </a:pPr>
            <a:r>
              <a:rPr lang="en-US" sz="2837" spc="-139">
                <a:solidFill>
                  <a:srgbClr val="807E82"/>
                </a:solidFill>
                <a:latin typeface="Arial MT Pro"/>
                <a:ea typeface="Arial MT Pro"/>
                <a:cs typeface="Arial MT Pro"/>
                <a:sym typeface="Arial MT Pro"/>
              </a:rPr>
              <a:t>SID</a:t>
            </a:r>
          </a:p>
          <a:p>
            <a:pPr algn="l">
              <a:lnSpc>
                <a:spcPts val="2809"/>
              </a:lnSpc>
            </a:pPr>
            <a:r>
              <a:rPr lang="en-US" sz="2837" spc="-139">
                <a:solidFill>
                  <a:srgbClr val="807E82"/>
                </a:solidFill>
                <a:latin typeface="Arial MT Pro"/>
                <a:ea typeface="Arial MT Pro"/>
                <a:cs typeface="Arial MT Pro"/>
                <a:sym typeface="Arial MT Pro"/>
              </a:rPr>
              <a:t>BUT 2 FA EMS</a:t>
            </a:r>
          </a:p>
          <a:p>
            <a:pPr algn="l">
              <a:lnSpc>
                <a:spcPts val="2809"/>
              </a:lnSpc>
            </a:pPr>
            <a:r>
              <a:rPr lang="en-US" sz="2837" spc="-139">
                <a:solidFill>
                  <a:srgbClr val="807E82"/>
                </a:solidFill>
                <a:latin typeface="Arial MT Pro"/>
                <a:ea typeface="Arial MT Pro"/>
                <a:cs typeface="Arial MT Pro"/>
                <a:sym typeface="Arial MT Pro"/>
              </a:rPr>
              <a:t>CAMARA CHIKER KHERROUBI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-19050"/>
            <a:ext cx="18288000" cy="10287000"/>
            <a:chOff x="0" y="0"/>
            <a:chExt cx="24384000" cy="13716000"/>
          </a:xfrm>
        </p:grpSpPr>
        <p:sp>
          <p:nvSpPr>
            <p:cNvPr id="4" name="Freeform 4" descr="\\DROBO-FS\QuickDrops\JB\PPTX NG\Droplets\LightingOverlay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6" name="Freeform 6" descr="Droplets-HD-Title-R1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BCE37691-82BE-F80F-C8CA-6068C92AAA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575" y="-4290"/>
            <a:ext cx="18299148" cy="10295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-19050"/>
            <a:ext cx="18288000" cy="10287000"/>
            <a:chOff x="0" y="0"/>
            <a:chExt cx="24384000" cy="13716000"/>
          </a:xfrm>
        </p:grpSpPr>
        <p:sp>
          <p:nvSpPr>
            <p:cNvPr id="4" name="Freeform 4" descr="\\DROBO-FS\QuickDrops\JB\PPTX NG\Droplets\LightingOverlay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pic>
        <p:nvPicPr>
          <p:cNvPr id="8" name="Image 7" descr="Une image contenant texte, capture d’écran, diagramme, nombre&#10;&#10;Le contenu généré par l’IA peut être incorrect.">
            <a:extLst>
              <a:ext uri="{FF2B5EF4-FFF2-40B4-BE49-F238E27FC236}">
                <a16:creationId xmlns:a16="http://schemas.microsoft.com/office/drawing/2014/main" id="{96A24E6F-EEB1-988F-588F-EAB18E010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064" y="-6854"/>
            <a:ext cx="18296130" cy="103007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47854" y="538511"/>
            <a:ext cx="18288000" cy="10287000"/>
            <a:chOff x="0" y="0"/>
            <a:chExt cx="24384000" cy="13716000"/>
          </a:xfrm>
        </p:grpSpPr>
        <p:sp>
          <p:nvSpPr>
            <p:cNvPr id="4" name="Freeform 4" descr="\\DROBO-FS\QuickDrops\JB\PPTX NG\Droplets\LightingOverlay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06D7961B-CDF4-8579-1EDC-503629549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573" y="-2582"/>
            <a:ext cx="18299147" cy="102921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-19050"/>
            <a:ext cx="18288000" cy="10287000"/>
            <a:chOff x="0" y="0"/>
            <a:chExt cx="24384000" cy="13716000"/>
          </a:xfrm>
        </p:grpSpPr>
        <p:sp>
          <p:nvSpPr>
            <p:cNvPr id="4" name="Freeform 4" descr="\\DROBO-FS\QuickDrops\JB\PPTX NG\Droplets\LightingOverlay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pic>
        <p:nvPicPr>
          <p:cNvPr id="7" name="Image 6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816A8D47-9501-3FFE-C652-DFDDBE05B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154" y="-3483"/>
            <a:ext cx="18300310" cy="102939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-19050"/>
            <a:ext cx="18288000" cy="10287000"/>
            <a:chOff x="0" y="0"/>
            <a:chExt cx="24384000" cy="13716000"/>
          </a:xfrm>
        </p:grpSpPr>
        <p:sp>
          <p:nvSpPr>
            <p:cNvPr id="4" name="Freeform 4" descr="\\DROBO-FS\QuickDrops\JB\PPTX NG\Droplets\LightingOverlay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pic>
        <p:nvPicPr>
          <p:cNvPr id="8" name="Image 7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045E4697-4A0A-614E-4EAB-3DA6F39B92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0" y="-20791"/>
            <a:ext cx="18277081" cy="103007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1010" y="3608767"/>
            <a:ext cx="7713965" cy="3078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66"/>
              </a:lnSpc>
            </a:pPr>
            <a:r>
              <a:rPr lang="en-US" sz="11177" b="1" spc="-547">
                <a:solidFill>
                  <a:srgbClr val="141517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Merci de votre écoute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Personnalisé</PresentationFormat>
  <Paragraphs>0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INSTAGRAM</dc:title>
  <cp:revision>51</cp:revision>
  <dcterms:created xsi:type="dcterms:W3CDTF">2006-08-16T00:00:00Z</dcterms:created>
  <dcterms:modified xsi:type="dcterms:W3CDTF">2026-02-25T10:56:49Z</dcterms:modified>
  <dc:identifier>DAHCPn4C6U0</dc:identifier>
</cp:coreProperties>
</file>